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6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666" y="25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076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345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895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167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018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18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099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770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501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095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8795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636824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9702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4136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7866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8716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888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7607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AI Personal Finance Tracker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Team Details</a:t>
            </a:r>
            <a:r>
              <a:rPr lang="en-IN" dirty="0"/>
              <a:t>:</a:t>
            </a:r>
            <a:endParaRPr dirty="0"/>
          </a:p>
          <a:p>
            <a:r>
              <a:rPr dirty="0"/>
              <a:t>Your Name</a:t>
            </a:r>
            <a:r>
              <a:rPr lang="en-IN" dirty="0"/>
              <a:t>:R. Abhinav Reddy</a:t>
            </a:r>
            <a:endParaRPr dirty="0"/>
          </a:p>
          <a:p>
            <a:r>
              <a:rPr dirty="0"/>
              <a:t>Your ID</a:t>
            </a:r>
            <a:r>
              <a:rPr lang="en-IN" dirty="0"/>
              <a:t>:2303A52348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Personal Finance Tracker is a web application that helps users manage income, expenses, and budgets.</a:t>
            </a:r>
          </a:p>
          <a:p>
            <a:r>
              <a:t>It provides AI-based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Track income &amp; expenses</a:t>
            </a:r>
          </a:p>
          <a:p>
            <a:r>
              <a:t>• AI insights</a:t>
            </a:r>
          </a:p>
          <a:p>
            <a:r>
              <a:t>• Budget management</a:t>
            </a:r>
          </a:p>
          <a:p>
            <a:r>
              <a:t>• Multi-currency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React.js</a:t>
            </a:r>
          </a:p>
          <a:p>
            <a:r>
              <a:t>Backend: Node.js, Express.js</a:t>
            </a:r>
          </a:p>
          <a:p>
            <a:r>
              <a:t>Database: MongoDB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Prompt Used for Frontend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Generate a React-based UI for a personal finance tracker with dashboard, transactions, budget, and AI insights.</a:t>
            </a:r>
          </a:p>
          <a:p>
            <a:r>
              <a:rPr dirty="0"/>
              <a:t>Include API integration with backend at localhost:5000.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Used for Backend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Generate a Node.js Express backend with routes for auth, transactions, budget, and AI insights.</a:t>
            </a:r>
          </a:p>
          <a:p>
            <a:r>
              <a:t>Use MongoDB and JWT authentication.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0"/>
            <a:ext cx="5397930" cy="1005840"/>
          </a:xfrm>
        </p:spPr>
        <p:txBody>
          <a:bodyPr/>
          <a:lstStyle/>
          <a:p>
            <a:r>
              <a:rPr dirty="0"/>
              <a:t>Proof of Prompts Generating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39520"/>
            <a:ext cx="8229600" cy="4886643"/>
          </a:xfrm>
        </p:spPr>
        <p:txBody>
          <a:bodyPr/>
          <a:lstStyle/>
          <a:p>
            <a:r>
              <a:rPr sz="1600" dirty="0"/>
              <a:t>• Generated frontend code</a:t>
            </a:r>
            <a:r>
              <a:rPr lang="en-IN" sz="1600" dirty="0"/>
              <a:t>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dirty="0"/>
          </a:p>
          <a:p>
            <a:endParaRPr lang="en-IN" dirty="0"/>
          </a:p>
          <a:p>
            <a:endParaRPr lang="en-IN" sz="1800" dirty="0"/>
          </a:p>
          <a:p>
            <a:r>
              <a:rPr sz="1800" dirty="0"/>
              <a:t>Generated backend code</a:t>
            </a:r>
            <a:r>
              <a:rPr lang="en-IN" sz="1800" dirty="0"/>
              <a:t>:</a:t>
            </a:r>
          </a:p>
          <a:p>
            <a:endParaRPr lang="en-IN" sz="1800" dirty="0"/>
          </a:p>
          <a:p>
            <a:endParaRPr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5D9DA4-8A08-56F5-6736-1039814AD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899" y="1681799"/>
            <a:ext cx="4862821" cy="21993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52D015-50C8-3B2C-5304-EA63ADEBF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5040" y="4577080"/>
            <a:ext cx="4084320" cy="2082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4372E1-EDE9-CDFD-88DC-C0EAD17802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5760" y="833423"/>
            <a:ext cx="4023360" cy="24656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1C583E-C807-3DB4-4386-122E719CD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0080" y="3738880"/>
            <a:ext cx="5181600" cy="2681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129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Login → Add Transactions → AI Analysis → Dashboard Display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89C51-3CAE-F8E0-8A79-EA5399300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1800" dirty="0"/>
              <a:t>INTERFACE: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8E66AF-BA99-123B-3D8D-93A10834D3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3910" y="944880"/>
            <a:ext cx="3647440" cy="25787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5387AD-82F9-8DBF-B1E0-9C373A709A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6960" y="3826522"/>
            <a:ext cx="5486400" cy="257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6845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Node.js Docs</a:t>
            </a:r>
          </a:p>
          <a:p>
            <a:r>
              <a:t>React Docs</a:t>
            </a:r>
          </a:p>
          <a:p>
            <a:r>
              <a:t>MongoDB Docs</a:t>
            </a:r>
          </a:p>
          <a:p>
            <a:r>
              <a:t>ChatGPT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33</TotalTime>
  <Words>181</Words>
  <Application>Microsoft Office PowerPoint</Application>
  <PresentationFormat>On-screen Show (4:3)</PresentationFormat>
  <Paragraphs>39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Century Gothic</vt:lpstr>
      <vt:lpstr>Wingdings 3</vt:lpstr>
      <vt:lpstr>Ion</vt:lpstr>
      <vt:lpstr>AI Personal Finance Tracker</vt:lpstr>
      <vt:lpstr>Introduction</vt:lpstr>
      <vt:lpstr>Objectives</vt:lpstr>
      <vt:lpstr>Technologies Used</vt:lpstr>
      <vt:lpstr>Prompt Used for Frontend Development</vt:lpstr>
      <vt:lpstr>Prompt Used for Backend Development</vt:lpstr>
      <vt:lpstr>Proof of Prompts Generating Code</vt:lpstr>
      <vt:lpstr>PowerPoint Presentation</vt:lpstr>
      <vt:lpstr>Workflow</vt:lpstr>
      <vt:lpstr>INTERFACE: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abhinav ravula</cp:lastModifiedBy>
  <cp:revision>5</cp:revision>
  <dcterms:created xsi:type="dcterms:W3CDTF">2013-01-27T09:14:16Z</dcterms:created>
  <dcterms:modified xsi:type="dcterms:W3CDTF">2026-04-16T09:03:45Z</dcterms:modified>
  <cp:category/>
</cp:coreProperties>
</file>